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864668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018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308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480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37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064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653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1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67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14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576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242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2516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0396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882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90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36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218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5153" y="388375"/>
            <a:ext cx="7704667" cy="1981200"/>
          </a:xfrm>
        </p:spPr>
        <p:txBody>
          <a:bodyPr>
            <a:normAutofit/>
          </a:bodyPr>
          <a:lstStyle/>
          <a:p>
            <a:r>
              <a:rPr b="1" dirty="0">
                <a:latin typeface="Algerian" panose="04020705040A02060702" pitchFamily="82" charset="0"/>
              </a:rPr>
              <a:t>Payroll Management System (GUI)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1850922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Python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Tkinter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Backend: Oracle DB + AWS S3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Automated Salary Calculation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667" y="329382"/>
            <a:ext cx="7442202" cy="1600198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4983" y="1428135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Enter employee name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Fetch data from backend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Calculate salary components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Display results in GUI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316293" cy="1410928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494503"/>
            <a:ext cx="7457768" cy="295197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User-friendly GUI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Salary breakdown (HRA, DA,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SA,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PF, Tax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,Cess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Reset &amp; Exit options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Error handling popups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97396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5072" y="1870587"/>
            <a:ext cx="7919884" cy="2563761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GUI (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Tkinter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Payroll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GUI (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Payroll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System (Backend)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Oracle DB + AWS S3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8946" y="452286"/>
            <a:ext cx="7517854" cy="1081546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4314" y="1143160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payroll.py - backend logic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gui.py - GUI application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README.md - documentation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4482" y="358878"/>
            <a:ext cx="7704667" cy="1295719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How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3141" y="1290483"/>
            <a:ext cx="7920976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Install Python 3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Ensure dependencies installed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Run: python gui.py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Enter name and calculate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4" y="457201"/>
            <a:ext cx="7444112" cy="1322438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1856" y="1418304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User enters name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Backend fetches data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Applies rules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Calculates salary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Displays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Salary Calculation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533833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Gross = Basic + HRA + DA + Special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Net = Gross - (PF + Tax +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Cess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1086784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Empty input warning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Backend exception handling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1673942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Dropdown selection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Export to PDF/Excel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Authentication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Web app conversion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4649" y="290052"/>
            <a:ext cx="7704667" cy="1981200"/>
          </a:xfrm>
        </p:spPr>
        <p:txBody>
          <a:bodyPr/>
          <a:lstStyle/>
          <a:p>
            <a:r>
              <a:rPr u="sng" dirty="0">
                <a:latin typeface="Algerian" panose="04020705040A02060702" pitchFamily="82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5001" y="1630018"/>
            <a:ext cx="7704667" cy="3332816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Real-world payroll system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Clean architecture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Scalable design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16</TotalTime>
  <Words>186</Words>
  <Application>Microsoft Office PowerPoint</Application>
  <PresentationFormat>On-screen Show (4:3)</PresentationFormat>
  <Paragraphs>49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Algerian</vt:lpstr>
      <vt:lpstr>Arial</vt:lpstr>
      <vt:lpstr>Corbel</vt:lpstr>
      <vt:lpstr>Parallax</vt:lpstr>
      <vt:lpstr>Payroll Management System (GUI)</vt:lpstr>
      <vt:lpstr>Project Overview</vt:lpstr>
      <vt:lpstr>Features</vt:lpstr>
      <vt:lpstr>System Architecture</vt:lpstr>
      <vt:lpstr>Project Structure</vt:lpstr>
      <vt:lpstr>How to Run</vt:lpstr>
      <vt:lpstr>How It Works</vt:lpstr>
      <vt:lpstr>Salary Calculation</vt:lpstr>
      <vt:lpstr>Error Handling</vt:lpstr>
      <vt:lpstr>Future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EswaraChari Mundlamuri</cp:lastModifiedBy>
  <cp:revision>8</cp:revision>
  <dcterms:created xsi:type="dcterms:W3CDTF">2013-01-27T09:14:16Z</dcterms:created>
  <dcterms:modified xsi:type="dcterms:W3CDTF">2026-04-13T01:31:15Z</dcterms:modified>
  <cp:category/>
</cp:coreProperties>
</file>