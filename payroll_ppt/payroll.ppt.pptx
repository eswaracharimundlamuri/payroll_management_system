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86466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0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8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3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6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5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1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67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1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76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24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51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39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8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90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6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1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153" y="388375"/>
            <a:ext cx="7704667" cy="1981200"/>
          </a:xfrm>
        </p:spPr>
        <p:txBody>
          <a:bodyPr>
            <a:normAutofit/>
          </a:bodyPr>
          <a:lstStyle/>
          <a:p>
            <a:r>
              <a:rPr b="1" dirty="0">
                <a:latin typeface="Algerian" panose="04020705040A02060702" pitchFamily="82" charset="0"/>
              </a:rPr>
              <a:t>Payroll Management System (GUI)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850922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Backend: Oracle DB + AWS S3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Automated Salary Calculation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7" y="329382"/>
            <a:ext cx="7442202" cy="1600198"/>
          </a:xfrm>
        </p:spPr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983" y="1428135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Enter employee name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Fetch data from backend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Calculate salary components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Display results in GUI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316293" cy="1410928"/>
          </a:xfrm>
        </p:spPr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494503"/>
            <a:ext cx="7457768" cy="295197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User-friendly GUI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Salary breakdown (HRA, DA,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SA,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PF, Tax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,Cess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Reset &amp; Exit options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Error handling popups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97396"/>
          </a:xfrm>
        </p:spPr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072" y="1870587"/>
            <a:ext cx="7919884" cy="2563761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GUI (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Payroll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GUI (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Payroll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System (Backend)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Oracle DB + AWS S3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8946" y="452286"/>
            <a:ext cx="7517854" cy="1081546"/>
          </a:xfrm>
        </p:spPr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314" y="1143160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payroll.py - backend logic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gui.py - GUI application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README.md -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482" y="358878"/>
            <a:ext cx="7704667" cy="1295719"/>
          </a:xfrm>
        </p:spPr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141" y="1290483"/>
            <a:ext cx="7920976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Install Python 3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Ensure dependencies installed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Run: python gui.py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Enter name and calculate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444112" cy="1322438"/>
          </a:xfrm>
        </p:spPr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856" y="1418304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User enters name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Backend fetches data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Applies rules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Calculates salary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Displays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Salary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533833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Gross = Basic + HRA + DA + Special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Net = Gross - (PF + Tax +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Cess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086784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Empty input warning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Backend exception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673942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Dropdown selection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Export to PDF/Excel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Web app conversion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649" y="290052"/>
            <a:ext cx="7704667" cy="1981200"/>
          </a:xfrm>
        </p:spPr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5001" y="1630018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Real-world payroll system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Clean architecture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Scalable design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</TotalTime>
  <Words>186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Algerian</vt:lpstr>
      <vt:lpstr>Arial</vt:lpstr>
      <vt:lpstr>Corbel</vt:lpstr>
      <vt:lpstr>Parallax</vt:lpstr>
      <vt:lpstr>Payroll Management System (GUI)</vt:lpstr>
      <vt:lpstr>Project Overview</vt:lpstr>
      <vt:lpstr>Features</vt:lpstr>
      <vt:lpstr>System Architecture</vt:lpstr>
      <vt:lpstr>Project Structure</vt:lpstr>
      <vt:lpstr>How to Run</vt:lpstr>
      <vt:lpstr>How It Works</vt:lpstr>
      <vt:lpstr>Salary Calculation</vt:lpstr>
      <vt:lpstr>Error Handling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EswaraChari Mundlamuri</cp:lastModifiedBy>
  <cp:revision>8</cp:revision>
  <dcterms:created xsi:type="dcterms:W3CDTF">2013-01-27T09:14:16Z</dcterms:created>
  <dcterms:modified xsi:type="dcterms:W3CDTF">2026-04-12T09:12:07Z</dcterms:modified>
  <cp:category/>
</cp:coreProperties>
</file>